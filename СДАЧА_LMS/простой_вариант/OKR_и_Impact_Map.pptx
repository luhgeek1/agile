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продолжает Goal из Impact Map. KR1 → Impact 1.1–1.2 (ребёнок), KR2 → Impact 1.1 (регулярность), KR3 → Impact 2.1 (родитель). X из Y фиксируем после согласования размера пилота с НЦФГ.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Map: Goal → Actors → Impacts → Ideas. Пунктир (AR, AI) — опциональные идеи, не ядро.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НЦФГ · «КОПЛЮ–ТРАЧУ–ПОМОГАЮ»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OKR: от копилки-подарка к семейной привычке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Цифровое продолжение «Умной копилки» · дети 6–10 лет и родители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FE2BF"/>
          </a:solidFill>
          <a:ln w="25400">
            <a:solidFill>
              <a:srgbClr val="E07B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874520"/>
            <a:ext cx="9189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Превратить «Умную копилку» из разового знакомства в семейную </a:t>
            </a:r>
            <a:pPr indent="0" marL="0">
              <a:buNone/>
            </a:pPr>
            <a:r>
              <a:rPr lang="en-US" sz="190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привычку</a:t>
            </a:r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ребёнок продолжает осознанно копить, тратить и помогать, а родитель уверенно его поддерживает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538728" cy="301752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42900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  </a:t>
            </a:r>
            <a:pPr indent="0" marL="0">
              <a:buNone/>
            </a:pPr>
            <a:r>
              <a:rPr lang="en-US" sz="2800" b="1" dirty="0">
                <a:solidFill>
                  <a:srgbClr val="2A8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X из 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9592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детей пилота с первого раза </a:t>
            </a:r>
            <a:pPr indent="0" marL="0">
              <a:buNone/>
            </a:pPr>
            <a:r>
              <a:rPr lang="en-US" sz="145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подсказок</a:t>
            </a:r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проходят сценарий «распределил → отметил → увидел прогресс к цели»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49808" y="5257800"/>
            <a:ext cx="3136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5294376"/>
            <a:ext cx="2898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ИЗМЕРИМ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юзабилити-тест прототипа с детьми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89788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Impact </a:t>
            </a:r>
            <a:pPr indent="0" marL="0">
              <a:buNone/>
            </a:pPr>
            <a:r>
              <a:rPr lang="en-US" sz="1150" b="1" dirty="0">
                <a:solidFill>
                  <a:srgbClr val="2A8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1.1–1.2</a:t>
            </a:r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ребёнок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5112" y="3246120"/>
            <a:ext cx="3538728" cy="301752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53712" y="342900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  </a:t>
            </a:r>
            <a:pPr indent="0" marL="0">
              <a:buNone/>
            </a:pPr>
            <a:r>
              <a:rPr lang="en-US" sz="2800" b="1" dirty="0">
                <a:solidFill>
                  <a:srgbClr val="2A8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X из 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399592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семей пилота отмечают распределение денег по трём секциям минимум </a:t>
            </a:r>
            <a:pPr indent="0" marL="0">
              <a:buNone/>
            </a:pPr>
            <a:r>
              <a:rPr lang="en-US" sz="145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недели из 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26280" y="5257800"/>
            <a:ext cx="3136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4296" y="5294376"/>
            <a:ext cx="2898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ИЗМЕРИМ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отметки в трекере за 4 недели пилота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589788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Impact </a:t>
            </a:r>
            <a:pPr indent="0" marL="0">
              <a:buNone/>
            </a:pPr>
            <a:r>
              <a:rPr lang="en-US" sz="1150" b="1" dirty="0">
                <a:solidFill>
                  <a:srgbClr val="2A8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регулярность = Goal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01584" y="3246120"/>
            <a:ext cx="3538728" cy="301752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30184" y="342900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KR3  </a:t>
            </a:r>
            <a:pPr indent="0" marL="0">
              <a:buNone/>
            </a:pPr>
            <a:r>
              <a:rPr lang="en-US" sz="2800" b="1" dirty="0">
                <a:solidFill>
                  <a:srgbClr val="2A8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X из 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399592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родителей оценивают на </a:t>
            </a:r>
            <a:pPr indent="0" marL="0">
              <a:buNone/>
            </a:pPr>
            <a:r>
              <a:rPr lang="en-US" sz="145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 из 5</a:t>
            </a:r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«вижу прогресс ребёнка и знаю, о чём с ним поговорить на этой неделе»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302752" y="5257800"/>
            <a:ext cx="3136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30768" y="5294376"/>
            <a:ext cx="2898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ИЗМЕРИМ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короткий опрос родителей после пилота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330184" y="589788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Impact </a:t>
            </a:r>
            <a:pPr indent="0" marL="0">
              <a:buNone/>
            </a:pPr>
            <a:r>
              <a:rPr lang="en-US" sz="1150" b="1" dirty="0">
                <a:solidFill>
                  <a:srgbClr val="2A8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родитель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(размер пилота) и срок пилота согласуем с НЦФГ. Baseline регулярности пока нет, поэтому измеряем результат пилота, а не «было → стало».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pact Map: цель → акторы (ребёнок, родитель, НЦФГ) → изменения поведения → иде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660" y="274320"/>
            <a:ext cx="9858375" cy="6309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OKR и Impact Map · НЦФГ «Коплю–Трачу–Помогаю»</dc:title>
  <dc:subject>PptxGenJS Presentation</dc:subject>
  <dc:creator>PptxGenJS</dc:creator>
  <cp:lastModifiedBy>PptxGenJS</cp:lastModifiedBy>
  <cp:revision>1</cp:revision>
  <dcterms:created xsi:type="dcterms:W3CDTF">2026-09-30T08:51:42Z</dcterms:created>
  <dcterms:modified xsi:type="dcterms:W3CDTF">2026-09-30T08:51:42Z</dcterms:modified>
</cp:coreProperties>
</file>