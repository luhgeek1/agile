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Map. Goal: семьи продолжают регулярно практиковать «Коплю–Трачу–Помогаю» после первого знакомства с «Умной копилкой». Акторы: ребёнок 6–10 лет, родитель, НЦФГ и волонтёры. У каждого — 2 изменения поведения с метрикой; идеи привязаны к конкретному изменению. AR и AI — опционально/гипотеза.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OKR. Objective: превратить «Умную копилку» из разового знакомства в семейную привычку. KR1 → Impact 1.1–1.2, KR2 → 1.1, KR3 → 2.1. X из Y фиксируем после согласования размера пилота с НЦФГ; baseline пока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pact Map. Goal: семьи продолжают регулярно практиковать «Коплю–Трачу–Помогаю» после первого знакомства с «Умной копилкой». Акторы: ребёнок 6–10 лет, родитель, НЦФГ и волонтёры. У каждого — 2 изменения поведения с метрикой; идеи привязаны к конкретному изменению. AR и AI — опционально/гипотеза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KR. Objective: превратить «Умную копилку» из разового знакомства в семейную привычку. KR1 → Impact 1.1–1.2, KR2 → 1.1, KR3 → 2.1. X из Y фиксируем после согласования размера пилота с НЦФГ; baseline пока нет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НЦФГ · Коплю–Трачу–Помогаю · Impact Map и OKR</dc:title>
  <dc:subject>PptxGenJS Presentation</dc:subject>
  <dc:creator>PptxGenJS</dc:creator>
  <cp:lastModifiedBy>PptxGenJS</cp:lastModifiedBy>
  <cp:revision>1</cp:revision>
  <dcterms:created xsi:type="dcterms:W3CDTF">2026-09-30T09:16:00Z</dcterms:created>
  <dcterms:modified xsi:type="dcterms:W3CDTF">2026-09-30T09:16:00Z</dcterms:modified>
</cp:coreProperties>
</file>