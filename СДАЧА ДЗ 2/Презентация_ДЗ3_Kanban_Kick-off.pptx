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Выбор подхода: Kanban. 1) Требования НЦФГ ещё уточняются — новые вводные сразу поднимаем в приоритете, без ожидания конца спринта. 2) Ответы НКО приходят не мгновенно — задача уходит в Blocked, команда берёт следующую. 3) Исследование, дизайн и разработка идут в разном темпе — доска показывает, где застряло. 4) Небольшой команде нужен лёгкий процесс — вместо жёстких спринтов визуальный поток, WIP ≤ 2 и три коротких синка, этого достаточно, чтобы держать работу прозрачной. Доска: Backlog → To Do → In Progress → Review → Done, Blocked.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Kick-off. Роли: Степан — Product Lead, Fullstack, UI/UX (frontend и интеграция с API, основной контакт с НЦФГ); Арслан — Kanban Flow / Project Manager; Борис — Backend Lead (весь backend и API); София — UX Research / Analyst; Кирилл — QA / Testing Lead. Календарь на 3 недели: Пн — Weekly Planning (15–20 мин), Ср — Short Sync (10–15 мин), Пт — Review + Retro (20–30 мин), связь с НЦФГ — по необходимости: основной контакт Степан, София подключается к интервью и исследованиям.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Выбор подхода: Kanban. 1) Требования НЦФГ ещё уточняются — новые вводные сразу поднимаем в приоритете, без ожидания конца спринта. 2) Ответы НКО приходят не мгновенно — задача уходит в Blocked, команда берёт следующую. 3) Исследование, дизайн и разработка идут в разном темпе — доска показывает, где застряло. 4) Небольшой команде нужен лёгкий процесс — вместо жёстких спринтов визуальный поток, WIP ≤ 2 и три коротких синка, этого достаточно, чтобы держать работу прозрачной. Доска: Backlog → To Do → In Progress → Review → Done, Block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ick-off. Роли: Степан — Product Lead, Fullstack, UI/UX (frontend и интеграция с API, основной контакт с НЦФГ); Арслан — Kanban Flow / Project Manager; Борис — Backend Lead (весь backend и API); София — UX Research / Analyst; Кирилл — QA / Testing Lead. Календарь на 3 недели: Пн — Weekly Planning (15–20 мин), Ср — Short Sync (10–15 мин), Пт — Review + Retro (20–30 мин), связь с НЦФГ — по необходимости: основной контакт Степан, София подключается к интервью и исследованиям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НЦФГ · Коплю–Трачу–Помогаю · ДЗ 3 · Kanban и Kick-off</dc:title>
  <dc:subject>PptxGenJS Presentation</dc:subject>
  <dc:creator>PptxGenJS</dc:creator>
  <cp:lastModifiedBy>PptxGenJS</cp:lastModifiedBy>
  <cp:revision>1</cp:revision>
  <dcterms:created xsi:type="dcterms:W3CDTF">2026-09-30T20:01:36Z</dcterms:created>
  <dcterms:modified xsi:type="dcterms:W3CDTF">2026-09-30T20:01:36Z</dcterms:modified>
</cp:coreProperties>
</file>